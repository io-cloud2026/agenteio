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324" y="-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4320A-F761-47AE-8171-DAA267BE1A7B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D8CB-0945-4433-880E-1D71F14506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4863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4320A-F761-47AE-8171-DAA267BE1A7B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D8CB-0945-4433-880E-1D71F14506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6347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4320A-F761-47AE-8171-DAA267BE1A7B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D8CB-0945-4433-880E-1D71F14506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740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4320A-F761-47AE-8171-DAA267BE1A7B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D8CB-0945-4433-880E-1D71F14506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0285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4320A-F761-47AE-8171-DAA267BE1A7B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D8CB-0945-4433-880E-1D71F14506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2021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4320A-F761-47AE-8171-DAA267BE1A7B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D8CB-0945-4433-880E-1D71F14506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1555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4320A-F761-47AE-8171-DAA267BE1A7B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D8CB-0945-4433-880E-1D71F14506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28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4320A-F761-47AE-8171-DAA267BE1A7B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D8CB-0945-4433-880E-1D71F14506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9288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4320A-F761-47AE-8171-DAA267BE1A7B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D8CB-0945-4433-880E-1D71F14506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9400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4320A-F761-47AE-8171-DAA267BE1A7B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D8CB-0945-4433-880E-1D71F14506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4317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4320A-F761-47AE-8171-DAA267BE1A7B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D8CB-0945-4433-880E-1D71F14506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611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4320A-F761-47AE-8171-DAA267BE1A7B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7D8CB-0945-4433-880E-1D71F14506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6980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0BA282D8-8477-B47F-876D-406342D4E3BA}"/>
              </a:ext>
            </a:extLst>
          </p:cNvPr>
          <p:cNvSpPr/>
          <p:nvPr/>
        </p:nvSpPr>
        <p:spPr>
          <a:xfrm>
            <a:off x="2802636" y="0"/>
            <a:ext cx="6428232" cy="1444752"/>
          </a:xfrm>
          <a:prstGeom prst="rect">
            <a:avLst/>
          </a:prstGeom>
          <a:solidFill>
            <a:schemeClr val="accent4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C41CA43-6957-BF68-F878-4B8834D2C2AB}"/>
              </a:ext>
            </a:extLst>
          </p:cNvPr>
          <p:cNvSpPr/>
          <p:nvPr/>
        </p:nvSpPr>
        <p:spPr>
          <a:xfrm>
            <a:off x="-109728" y="0"/>
            <a:ext cx="6428232" cy="1444752"/>
          </a:xfrm>
          <a:prstGeom prst="rect">
            <a:avLst/>
          </a:prstGeom>
          <a:solidFill>
            <a:schemeClr val="accent1">
              <a:lumMod val="5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160935FB-D160-F0AB-A560-FB3400775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253" y="394472"/>
            <a:ext cx="2194563" cy="58287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5F438CFA-08EB-85CD-8B6A-361BD01AB2C2}"/>
              </a:ext>
            </a:extLst>
          </p:cNvPr>
          <p:cNvSpPr txBox="1"/>
          <p:nvPr/>
        </p:nvSpPr>
        <p:spPr>
          <a:xfrm>
            <a:off x="171322" y="306877"/>
            <a:ext cx="4290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Errores en TU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7039F18B-9327-9CDC-2E7F-1EB53259FA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100" b="19608"/>
          <a:stretch>
            <a:fillRect/>
          </a:stretch>
        </p:blipFill>
        <p:spPr>
          <a:xfrm>
            <a:off x="1650492" y="2081117"/>
            <a:ext cx="5843016" cy="3047637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BCF8C379-ADBD-2E26-CA2A-92292836E504}"/>
              </a:ext>
            </a:extLst>
          </p:cNvPr>
          <p:cNvSpPr txBox="1"/>
          <p:nvPr/>
        </p:nvSpPr>
        <p:spPr>
          <a:xfrm>
            <a:off x="284620" y="1626229"/>
            <a:ext cx="835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Error: Imposible cargar posición entrega (-------)(--); </a:t>
            </a:r>
            <a:r>
              <a:rPr lang="es-MX" dirty="0" err="1"/>
              <a:t>picking</a:t>
            </a:r>
            <a:r>
              <a:rPr lang="es-MX" dirty="0"/>
              <a:t> no efectuado completo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9AB5847-91FC-F71B-4015-E9E8E25282FB}"/>
              </a:ext>
            </a:extLst>
          </p:cNvPr>
          <p:cNvSpPr txBox="1"/>
          <p:nvPr/>
        </p:nvSpPr>
        <p:spPr>
          <a:xfrm>
            <a:off x="376047" y="5350794"/>
            <a:ext cx="86250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Solución: (1)Realizar el ajuste del documento en la posición especifica que lo indica, </a:t>
            </a:r>
          </a:p>
          <a:p>
            <a:pPr algn="just"/>
            <a:r>
              <a:rPr lang="es-MX" dirty="0"/>
              <a:t>en caso de que aun así no permita cerrar la TU, (2) validar que no exista una </a:t>
            </a:r>
            <a:r>
              <a:rPr lang="es-MX" dirty="0" err="1"/>
              <a:t>queue</a:t>
            </a:r>
            <a:r>
              <a:rPr lang="es-MX" dirty="0"/>
              <a:t> </a:t>
            </a:r>
          </a:p>
          <a:p>
            <a:pPr algn="just"/>
            <a:r>
              <a:rPr lang="es-MX" dirty="0"/>
              <a:t>del documento en la TRX SMQ2, por ultimo se puede (3) anular la descarga de la HU </a:t>
            </a:r>
          </a:p>
          <a:p>
            <a:pPr algn="just"/>
            <a:r>
              <a:rPr lang="es-MX" dirty="0"/>
              <a:t>correspondiente al documento en la TRX LOAD y volver a cargar la HU en TU, pero esto ultimo no es conveniente.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42B7276-F746-3A8B-0C4A-15E9B685A10A}"/>
              </a:ext>
            </a:extLst>
          </p:cNvPr>
          <p:cNvSpPr/>
          <p:nvPr/>
        </p:nvSpPr>
        <p:spPr>
          <a:xfrm>
            <a:off x="1822450" y="4076700"/>
            <a:ext cx="4927600" cy="171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11206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469A6-8EB1-6025-2EFB-5EEAC2770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9DF746E2-6082-09D7-3A39-6474EDBBB71E}"/>
              </a:ext>
            </a:extLst>
          </p:cNvPr>
          <p:cNvSpPr/>
          <p:nvPr/>
        </p:nvSpPr>
        <p:spPr>
          <a:xfrm>
            <a:off x="2802636" y="0"/>
            <a:ext cx="6428232" cy="1444752"/>
          </a:xfrm>
          <a:prstGeom prst="rect">
            <a:avLst/>
          </a:prstGeom>
          <a:solidFill>
            <a:schemeClr val="accent4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2D0A613-FB1B-F76D-7329-0A0A3B1AFF77}"/>
              </a:ext>
            </a:extLst>
          </p:cNvPr>
          <p:cNvSpPr/>
          <p:nvPr/>
        </p:nvSpPr>
        <p:spPr>
          <a:xfrm>
            <a:off x="-109728" y="0"/>
            <a:ext cx="6428232" cy="1444752"/>
          </a:xfrm>
          <a:prstGeom prst="rect">
            <a:avLst/>
          </a:prstGeom>
          <a:solidFill>
            <a:schemeClr val="accent1">
              <a:lumMod val="5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E6F2A966-B69D-E646-8FF3-FE638DD47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253" y="394472"/>
            <a:ext cx="2194563" cy="58287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EE345E86-DE22-4D71-0A70-B7490CA081D0}"/>
              </a:ext>
            </a:extLst>
          </p:cNvPr>
          <p:cNvSpPr txBox="1"/>
          <p:nvPr/>
        </p:nvSpPr>
        <p:spPr>
          <a:xfrm>
            <a:off x="171322" y="306877"/>
            <a:ext cx="4290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Errores en TU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516BEB1-67A4-90FF-A5BD-711573BC0C7C}"/>
              </a:ext>
            </a:extLst>
          </p:cNvPr>
          <p:cNvSpPr txBox="1"/>
          <p:nvPr/>
        </p:nvSpPr>
        <p:spPr>
          <a:xfrm>
            <a:off x="284620" y="1626229"/>
            <a:ext cx="4671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Error: Anular descarga no se permite (-------)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A8A519B-C5B5-110A-AF86-85D7B2318CD0}"/>
              </a:ext>
            </a:extLst>
          </p:cNvPr>
          <p:cNvSpPr txBox="1"/>
          <p:nvPr/>
        </p:nvSpPr>
        <p:spPr>
          <a:xfrm>
            <a:off x="376047" y="5350794"/>
            <a:ext cx="8625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Solución: Esto puede deberse a un mal embalaje o traspaso erróneo de la HU mencionada, (1) validar la HU mencionada y realizar el reporte al área encargada en caso de ser un embalaje o traspaso por alguien fuera de I.O.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2CD04D3-9D9B-9A5C-0304-D2FB3BC1E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435" y="2307857"/>
            <a:ext cx="6229670" cy="273064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62D411F-06D3-D539-41E0-94C0E88F7406}"/>
              </a:ext>
            </a:extLst>
          </p:cNvPr>
          <p:cNvSpPr/>
          <p:nvPr/>
        </p:nvSpPr>
        <p:spPr>
          <a:xfrm>
            <a:off x="1422400" y="4044950"/>
            <a:ext cx="5003800" cy="171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3704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765EB-3FDD-7C34-3209-E97E1199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1FD6655B-C394-39B4-EB3E-CCC2F1FDA9F0}"/>
              </a:ext>
            </a:extLst>
          </p:cNvPr>
          <p:cNvSpPr/>
          <p:nvPr/>
        </p:nvSpPr>
        <p:spPr>
          <a:xfrm>
            <a:off x="2802636" y="0"/>
            <a:ext cx="6428232" cy="1444752"/>
          </a:xfrm>
          <a:prstGeom prst="rect">
            <a:avLst/>
          </a:prstGeom>
          <a:solidFill>
            <a:schemeClr val="accent4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5B3BF0F-17A1-9DCD-F9EC-E0FBEF9BF0D2}"/>
              </a:ext>
            </a:extLst>
          </p:cNvPr>
          <p:cNvSpPr/>
          <p:nvPr/>
        </p:nvSpPr>
        <p:spPr>
          <a:xfrm>
            <a:off x="-109728" y="0"/>
            <a:ext cx="6428232" cy="1444752"/>
          </a:xfrm>
          <a:prstGeom prst="rect">
            <a:avLst/>
          </a:prstGeom>
          <a:solidFill>
            <a:schemeClr val="accent1">
              <a:lumMod val="5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1995914-6A0F-D1D4-BDA6-7B38A9EA0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253" y="394472"/>
            <a:ext cx="2194563" cy="58287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D8F490D4-29F9-DB0F-D4E1-DA5956C8D8B1}"/>
              </a:ext>
            </a:extLst>
          </p:cNvPr>
          <p:cNvSpPr txBox="1"/>
          <p:nvPr/>
        </p:nvSpPr>
        <p:spPr>
          <a:xfrm>
            <a:off x="171322" y="306877"/>
            <a:ext cx="4290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Errores en TU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3D8510F-F262-3987-3BC9-AD536DF6CF43}"/>
              </a:ext>
            </a:extLst>
          </p:cNvPr>
          <p:cNvSpPr txBox="1"/>
          <p:nvPr/>
        </p:nvSpPr>
        <p:spPr>
          <a:xfrm>
            <a:off x="284620" y="1626229"/>
            <a:ext cx="7588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Error: Para la entrega todavía existen colas sin procesar con status SYSFAIL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8C790DF-690F-27B8-2941-F41674A5F6A4}"/>
              </a:ext>
            </a:extLst>
          </p:cNvPr>
          <p:cNvSpPr txBox="1"/>
          <p:nvPr/>
        </p:nvSpPr>
        <p:spPr>
          <a:xfrm>
            <a:off x="376047" y="5350794"/>
            <a:ext cx="8625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Solución: En este caso debemos ingresar a la TRX SMQ2 y validar la </a:t>
            </a:r>
            <a:r>
              <a:rPr lang="es-MX" dirty="0" err="1"/>
              <a:t>queue</a:t>
            </a:r>
            <a:r>
              <a:rPr lang="es-MX" dirty="0"/>
              <a:t> activa con el numero de documento que arroja el error, posteriormente se procede a correr la </a:t>
            </a:r>
            <a:r>
              <a:rPr lang="es-MX" dirty="0" err="1"/>
              <a:t>queue</a:t>
            </a:r>
            <a:r>
              <a:rPr lang="es-MX" dirty="0"/>
              <a:t> y cerrar la TU, en el caso de que después de correr la </a:t>
            </a:r>
            <a:r>
              <a:rPr lang="es-MX" dirty="0" err="1"/>
              <a:t>queue</a:t>
            </a:r>
            <a:r>
              <a:rPr lang="es-MX" dirty="0"/>
              <a:t> aun no deje cerrar se debe ajustar el documento y posición especificados.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F17843-100C-301C-255B-E3C6853CF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291" y="2139573"/>
            <a:ext cx="6959958" cy="306720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3A68A27-C187-7ECD-3E0C-C384307BB297}"/>
              </a:ext>
            </a:extLst>
          </p:cNvPr>
          <p:cNvSpPr/>
          <p:nvPr/>
        </p:nvSpPr>
        <p:spPr>
          <a:xfrm>
            <a:off x="982291" y="3651250"/>
            <a:ext cx="5418509" cy="342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4727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9C461-4922-6AEB-EBFD-1D7052C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BC06DA2A-E51E-D3C0-A32B-E8D0D5183AD3}"/>
              </a:ext>
            </a:extLst>
          </p:cNvPr>
          <p:cNvSpPr/>
          <p:nvPr/>
        </p:nvSpPr>
        <p:spPr>
          <a:xfrm>
            <a:off x="2802636" y="0"/>
            <a:ext cx="6428232" cy="1444752"/>
          </a:xfrm>
          <a:prstGeom prst="rect">
            <a:avLst/>
          </a:prstGeom>
          <a:solidFill>
            <a:schemeClr val="accent4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2F5B628-983A-A836-78C1-E06F213C513D}"/>
              </a:ext>
            </a:extLst>
          </p:cNvPr>
          <p:cNvSpPr/>
          <p:nvPr/>
        </p:nvSpPr>
        <p:spPr>
          <a:xfrm>
            <a:off x="-109728" y="0"/>
            <a:ext cx="6428232" cy="1444752"/>
          </a:xfrm>
          <a:prstGeom prst="rect">
            <a:avLst/>
          </a:prstGeom>
          <a:solidFill>
            <a:schemeClr val="accent1">
              <a:lumMod val="5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8C0BCB20-2BD4-2E80-CAD0-29EE737F6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253" y="394472"/>
            <a:ext cx="2194563" cy="58287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BD7095D0-97B0-2B79-3EC6-7D12F491B8E3}"/>
              </a:ext>
            </a:extLst>
          </p:cNvPr>
          <p:cNvSpPr txBox="1"/>
          <p:nvPr/>
        </p:nvSpPr>
        <p:spPr>
          <a:xfrm>
            <a:off x="171322" y="306877"/>
            <a:ext cx="4290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Errores en TU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BDFCB3C-375E-86F2-D367-9E0DB0357A67}"/>
              </a:ext>
            </a:extLst>
          </p:cNvPr>
          <p:cNvSpPr txBox="1"/>
          <p:nvPr/>
        </p:nvSpPr>
        <p:spPr>
          <a:xfrm>
            <a:off x="284620" y="1626229"/>
            <a:ext cx="6119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Error: La ubicación (-------) no admite salida de mercancías.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90E0019-BC13-922C-A1D1-6BCC33CBD26F}"/>
              </a:ext>
            </a:extLst>
          </p:cNvPr>
          <p:cNvSpPr txBox="1"/>
          <p:nvPr/>
        </p:nvSpPr>
        <p:spPr>
          <a:xfrm>
            <a:off x="376047" y="5350794"/>
            <a:ext cx="8625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Solución: Esto se debe a un </a:t>
            </a:r>
            <a:r>
              <a:rPr lang="es-MX" dirty="0" err="1"/>
              <a:t>Canpick</a:t>
            </a:r>
            <a:r>
              <a:rPr lang="es-MX" dirty="0"/>
              <a:t> mal efectuado, ya que se realiza el traspaso a la ubicación de procedencia sin liberar el documento, (1) se debe realizar el embalaje a la HU de procedencia nuevamente y posterior a esto realizar el </a:t>
            </a:r>
            <a:r>
              <a:rPr lang="es-MX" dirty="0" err="1"/>
              <a:t>cancpick</a:t>
            </a:r>
            <a:r>
              <a:rPr lang="es-MX" dirty="0"/>
              <a:t> de manera correcta.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A7C3F2C-9785-98E9-66D2-2C99BDF53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412" y="2016873"/>
            <a:ext cx="6121715" cy="333392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B21D018-F457-800D-874C-F09435147745}"/>
              </a:ext>
            </a:extLst>
          </p:cNvPr>
          <p:cNvSpPr/>
          <p:nvPr/>
        </p:nvSpPr>
        <p:spPr>
          <a:xfrm>
            <a:off x="1485900" y="4076700"/>
            <a:ext cx="5054600" cy="1968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2068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B2D8-D347-8874-72A6-6AE92986A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6959BA7F-3F96-EDBF-C1A3-A5FAFE5AFD98}"/>
              </a:ext>
            </a:extLst>
          </p:cNvPr>
          <p:cNvSpPr/>
          <p:nvPr/>
        </p:nvSpPr>
        <p:spPr>
          <a:xfrm>
            <a:off x="2802636" y="0"/>
            <a:ext cx="6428232" cy="1444752"/>
          </a:xfrm>
          <a:prstGeom prst="rect">
            <a:avLst/>
          </a:prstGeom>
          <a:solidFill>
            <a:schemeClr val="accent4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40654E9-6DD0-CAAF-BB88-172052384AF9}"/>
              </a:ext>
            </a:extLst>
          </p:cNvPr>
          <p:cNvSpPr/>
          <p:nvPr/>
        </p:nvSpPr>
        <p:spPr>
          <a:xfrm>
            <a:off x="-109728" y="0"/>
            <a:ext cx="6428232" cy="1444752"/>
          </a:xfrm>
          <a:prstGeom prst="rect">
            <a:avLst/>
          </a:prstGeom>
          <a:solidFill>
            <a:schemeClr val="accent1">
              <a:lumMod val="5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4EFA22D4-E3D4-5DAD-7E3B-40ECB8C5F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253" y="394472"/>
            <a:ext cx="2194563" cy="58287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42482EE5-0CA2-36F9-5316-98695D7619DA}"/>
              </a:ext>
            </a:extLst>
          </p:cNvPr>
          <p:cNvSpPr txBox="1"/>
          <p:nvPr/>
        </p:nvSpPr>
        <p:spPr>
          <a:xfrm>
            <a:off x="171322" y="306877"/>
            <a:ext cx="4290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Errores en TU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4BA9740-D2B9-BED7-934D-67257FD7C8D0}"/>
              </a:ext>
            </a:extLst>
          </p:cNvPr>
          <p:cNvSpPr txBox="1"/>
          <p:nvPr/>
        </p:nvSpPr>
        <p:spPr>
          <a:xfrm>
            <a:off x="284620" y="1626229"/>
            <a:ext cx="8192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Error: La asignación de entrega a unidad de transporte (-------) / no es consistente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9FAEA55-7CC6-B7B1-3D4D-830C8DB3028D}"/>
              </a:ext>
            </a:extLst>
          </p:cNvPr>
          <p:cNvSpPr txBox="1"/>
          <p:nvPr/>
        </p:nvSpPr>
        <p:spPr>
          <a:xfrm>
            <a:off x="376047" y="5350794"/>
            <a:ext cx="8625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Solución: Ajustar la TU nuevamente con y sin </a:t>
            </a:r>
            <a:r>
              <a:rPr lang="es-MX" dirty="0" err="1"/>
              <a:t>Layout</a:t>
            </a:r>
            <a:r>
              <a:rPr lang="es-MX" dirty="0"/>
              <a:t> de “Ajuste TU” y validar el cierre nuevamente, este error es de los mas raros que arrojan las TU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513CFB3-90FB-E0CA-1C0F-D2E148866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537" y="2268611"/>
            <a:ext cx="6153466" cy="2863997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E0BAD3E-873A-3809-E68E-66CE31DF89A6}"/>
              </a:ext>
            </a:extLst>
          </p:cNvPr>
          <p:cNvSpPr/>
          <p:nvPr/>
        </p:nvSpPr>
        <p:spPr>
          <a:xfrm>
            <a:off x="1385537" y="3733800"/>
            <a:ext cx="5027963" cy="203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409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99B8-4A6E-57F2-3127-F0E2FF98D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48AE3613-BE21-0BA0-D7CB-B170B45D73D4}"/>
              </a:ext>
            </a:extLst>
          </p:cNvPr>
          <p:cNvSpPr/>
          <p:nvPr/>
        </p:nvSpPr>
        <p:spPr>
          <a:xfrm>
            <a:off x="2802636" y="0"/>
            <a:ext cx="6428232" cy="1444752"/>
          </a:xfrm>
          <a:prstGeom prst="rect">
            <a:avLst/>
          </a:prstGeom>
          <a:solidFill>
            <a:schemeClr val="accent4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54F5EB-39AF-7805-474B-316B8E4C3A69}"/>
              </a:ext>
            </a:extLst>
          </p:cNvPr>
          <p:cNvSpPr/>
          <p:nvPr/>
        </p:nvSpPr>
        <p:spPr>
          <a:xfrm>
            <a:off x="-109728" y="0"/>
            <a:ext cx="6428232" cy="1444752"/>
          </a:xfrm>
          <a:prstGeom prst="rect">
            <a:avLst/>
          </a:prstGeom>
          <a:solidFill>
            <a:schemeClr val="accent1">
              <a:lumMod val="5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1583787D-BFC3-279C-153D-4BAEC7E29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253" y="394472"/>
            <a:ext cx="2194563" cy="58287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25E2E71-0B72-FD2C-DFA5-393F46352D6B}"/>
              </a:ext>
            </a:extLst>
          </p:cNvPr>
          <p:cNvSpPr txBox="1"/>
          <p:nvPr/>
        </p:nvSpPr>
        <p:spPr>
          <a:xfrm>
            <a:off x="171322" y="306877"/>
            <a:ext cx="4290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Errores en TU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9FEE437-895B-E733-EC3B-FF26A4A0088E}"/>
              </a:ext>
            </a:extLst>
          </p:cNvPr>
          <p:cNvSpPr txBox="1"/>
          <p:nvPr/>
        </p:nvSpPr>
        <p:spPr>
          <a:xfrm>
            <a:off x="284620" y="1626229"/>
            <a:ext cx="8509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Error: Para generar entregas de sal, de se debe efectuar el </a:t>
            </a:r>
            <a:r>
              <a:rPr lang="es-MX" dirty="0" err="1"/>
              <a:t>picking</a:t>
            </a:r>
            <a:r>
              <a:rPr lang="es-MX" dirty="0"/>
              <a:t> completo de (-----)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4ADFF0A-C3B6-0831-E931-A2BB1C8C49B4}"/>
              </a:ext>
            </a:extLst>
          </p:cNvPr>
          <p:cNvSpPr txBox="1"/>
          <p:nvPr/>
        </p:nvSpPr>
        <p:spPr>
          <a:xfrm>
            <a:off x="376047" y="5350794"/>
            <a:ext cx="8625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Solución: Esto sucede principalmente por que el documento descrito cuenta con tarea abierta o un mal corte no anulado, la solución es anular la tarea y generar el proceso de cierre nuevamente.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761CC3-019F-FC76-171F-09B6BFD87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091" y="2101060"/>
            <a:ext cx="6159817" cy="3130711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7BC9007-36E5-2CA7-209C-200763491F6E}"/>
              </a:ext>
            </a:extLst>
          </p:cNvPr>
          <p:cNvSpPr/>
          <p:nvPr/>
        </p:nvSpPr>
        <p:spPr>
          <a:xfrm>
            <a:off x="1574800" y="3816350"/>
            <a:ext cx="4991100" cy="209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0689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80299-29AC-36CC-A4D1-E5AB292C2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2C300D55-C7B0-38B0-76C2-148016FB9DE0}"/>
              </a:ext>
            </a:extLst>
          </p:cNvPr>
          <p:cNvSpPr/>
          <p:nvPr/>
        </p:nvSpPr>
        <p:spPr>
          <a:xfrm>
            <a:off x="2802636" y="0"/>
            <a:ext cx="6428232" cy="1444752"/>
          </a:xfrm>
          <a:prstGeom prst="rect">
            <a:avLst/>
          </a:prstGeom>
          <a:solidFill>
            <a:schemeClr val="accent4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4E13855-6FB7-1707-8313-B2102DFBD64A}"/>
              </a:ext>
            </a:extLst>
          </p:cNvPr>
          <p:cNvSpPr/>
          <p:nvPr/>
        </p:nvSpPr>
        <p:spPr>
          <a:xfrm>
            <a:off x="-109728" y="0"/>
            <a:ext cx="6428232" cy="1444752"/>
          </a:xfrm>
          <a:prstGeom prst="rect">
            <a:avLst/>
          </a:prstGeom>
          <a:solidFill>
            <a:schemeClr val="accent1">
              <a:lumMod val="5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141FBE2C-0217-58FE-CB06-FFBAA0F43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253" y="394472"/>
            <a:ext cx="2194563" cy="58287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1CB03EA9-5B9F-C41A-7F54-95146801F163}"/>
              </a:ext>
            </a:extLst>
          </p:cNvPr>
          <p:cNvSpPr txBox="1"/>
          <p:nvPr/>
        </p:nvSpPr>
        <p:spPr>
          <a:xfrm>
            <a:off x="171322" y="306877"/>
            <a:ext cx="4290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Errores en TU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8C1427D-75E2-3C97-143E-C915BBC22617}"/>
              </a:ext>
            </a:extLst>
          </p:cNvPr>
          <p:cNvSpPr txBox="1"/>
          <p:nvPr/>
        </p:nvSpPr>
        <p:spPr>
          <a:xfrm>
            <a:off x="284620" y="1626229"/>
            <a:ext cx="7563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Error: La </a:t>
            </a:r>
            <a:r>
              <a:rPr lang="es-MX" dirty="0" err="1"/>
              <a:t>UMp</a:t>
            </a:r>
            <a:r>
              <a:rPr lang="es-MX" dirty="0"/>
              <a:t> (-----) contiene posiciones sin referencia a entrega de salida.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189243D-B5D2-EB84-1F8A-6248A6B13FCC}"/>
              </a:ext>
            </a:extLst>
          </p:cNvPr>
          <p:cNvSpPr txBox="1"/>
          <p:nvPr/>
        </p:nvSpPr>
        <p:spPr>
          <a:xfrm>
            <a:off x="440055" y="5540198"/>
            <a:ext cx="8625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Solución: Esto sucede por un traspaso a una ubicación que no es apta para entregas de salida, se debe descargar al HU de la TU en la TRX LOAD y realizar el </a:t>
            </a:r>
            <a:r>
              <a:rPr lang="es-MX" dirty="0" err="1"/>
              <a:t>cancpick</a:t>
            </a:r>
            <a:r>
              <a:rPr lang="es-MX" dirty="0"/>
              <a:t> completo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B09A71B-8C8A-843B-AEC3-5380E4A3F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792" y="2267711"/>
            <a:ext cx="6134415" cy="303145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1D00D8B-9201-4AC0-9549-858E2E1646FA}"/>
              </a:ext>
            </a:extLst>
          </p:cNvPr>
          <p:cNvSpPr/>
          <p:nvPr/>
        </p:nvSpPr>
        <p:spPr>
          <a:xfrm>
            <a:off x="1587500" y="4337050"/>
            <a:ext cx="5032753" cy="1849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629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C705B-AC4E-19E1-34C6-80D8210A2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83B461A0-3EAC-41ED-E393-101B22E70745}"/>
              </a:ext>
            </a:extLst>
          </p:cNvPr>
          <p:cNvSpPr/>
          <p:nvPr/>
        </p:nvSpPr>
        <p:spPr>
          <a:xfrm>
            <a:off x="2802636" y="0"/>
            <a:ext cx="6428232" cy="1444752"/>
          </a:xfrm>
          <a:prstGeom prst="rect">
            <a:avLst/>
          </a:prstGeom>
          <a:solidFill>
            <a:schemeClr val="accent4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5F4EFA7-23C7-26D6-5053-DBADEFBD4153}"/>
              </a:ext>
            </a:extLst>
          </p:cNvPr>
          <p:cNvSpPr/>
          <p:nvPr/>
        </p:nvSpPr>
        <p:spPr>
          <a:xfrm>
            <a:off x="-109728" y="0"/>
            <a:ext cx="6428232" cy="1444752"/>
          </a:xfrm>
          <a:prstGeom prst="rect">
            <a:avLst/>
          </a:prstGeom>
          <a:solidFill>
            <a:schemeClr val="accent1">
              <a:lumMod val="5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40E3AACB-16AA-9CF0-B244-E747A01FB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253" y="394472"/>
            <a:ext cx="2194563" cy="58287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44481CE0-4DEA-3580-B4A8-53C6DCF07AF8}"/>
              </a:ext>
            </a:extLst>
          </p:cNvPr>
          <p:cNvSpPr txBox="1"/>
          <p:nvPr/>
        </p:nvSpPr>
        <p:spPr>
          <a:xfrm>
            <a:off x="171322" y="306877"/>
            <a:ext cx="4290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Errores en TU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3CE7839-8622-B1D1-C240-6805F7CCE525}"/>
              </a:ext>
            </a:extLst>
          </p:cNvPr>
          <p:cNvSpPr txBox="1"/>
          <p:nvPr/>
        </p:nvSpPr>
        <p:spPr>
          <a:xfrm>
            <a:off x="284620" y="1626229"/>
            <a:ext cx="5332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Error: La posición de entrega (------) esta bloqueada.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EA5A613-5F35-A8AC-A075-5F8388B04CBE}"/>
              </a:ext>
            </a:extLst>
          </p:cNvPr>
          <p:cNvSpPr txBox="1"/>
          <p:nvPr/>
        </p:nvSpPr>
        <p:spPr>
          <a:xfrm>
            <a:off x="259461" y="5029047"/>
            <a:ext cx="8625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Solución: Esto sucede principalmente en las aperturas ya que el documento descrito se encuentra bloqueado, para esto se debe validar el desbloqueo del documento en la TRX PRDO ingresando el documento y en la opción desplegable de ruta, seleccionamos la opción LIBERAC.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B25D10-1E3E-E477-6555-E84609D5E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719" y="2093385"/>
            <a:ext cx="6064562" cy="272429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CCC69E8-29EB-51C6-E077-BC3CF1F5334A}"/>
              </a:ext>
            </a:extLst>
          </p:cNvPr>
          <p:cNvSpPr/>
          <p:nvPr/>
        </p:nvSpPr>
        <p:spPr>
          <a:xfrm>
            <a:off x="1539719" y="3803650"/>
            <a:ext cx="5080534" cy="207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7183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AF52B-6B9B-78FE-912B-FBAFD486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218CA2E3-F4CC-AAAB-31A5-2EEAAF617A17}"/>
              </a:ext>
            </a:extLst>
          </p:cNvPr>
          <p:cNvSpPr/>
          <p:nvPr/>
        </p:nvSpPr>
        <p:spPr>
          <a:xfrm>
            <a:off x="2802636" y="0"/>
            <a:ext cx="6428232" cy="1444752"/>
          </a:xfrm>
          <a:prstGeom prst="rect">
            <a:avLst/>
          </a:prstGeom>
          <a:solidFill>
            <a:schemeClr val="accent4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21984AA-F524-1C9C-C57C-FAE41E38250A}"/>
              </a:ext>
            </a:extLst>
          </p:cNvPr>
          <p:cNvSpPr/>
          <p:nvPr/>
        </p:nvSpPr>
        <p:spPr>
          <a:xfrm>
            <a:off x="-109728" y="0"/>
            <a:ext cx="6428232" cy="1444752"/>
          </a:xfrm>
          <a:prstGeom prst="rect">
            <a:avLst/>
          </a:prstGeom>
          <a:solidFill>
            <a:schemeClr val="accent1">
              <a:lumMod val="5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CF6BA06C-F8DF-DD4D-744F-12984B191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253" y="394472"/>
            <a:ext cx="2194563" cy="58287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2ED4DAFB-3425-C4C9-EDB9-B4C0F2B0FCEF}"/>
              </a:ext>
            </a:extLst>
          </p:cNvPr>
          <p:cNvSpPr txBox="1"/>
          <p:nvPr/>
        </p:nvSpPr>
        <p:spPr>
          <a:xfrm>
            <a:off x="171322" y="306877"/>
            <a:ext cx="4290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Errores en TU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6593CF3-86C2-5650-35D9-0082F6726C2A}"/>
              </a:ext>
            </a:extLst>
          </p:cNvPr>
          <p:cNvSpPr txBox="1"/>
          <p:nvPr/>
        </p:nvSpPr>
        <p:spPr>
          <a:xfrm>
            <a:off x="284620" y="1626229"/>
            <a:ext cx="6740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Error: Para la entrega todavía existen colas sin procesar con status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508A3DF-AAA4-A6C9-D40E-1A2A3D404BAE}"/>
              </a:ext>
            </a:extLst>
          </p:cNvPr>
          <p:cNvSpPr txBox="1"/>
          <p:nvPr/>
        </p:nvSpPr>
        <p:spPr>
          <a:xfrm>
            <a:off x="259461" y="5029047"/>
            <a:ext cx="8625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Solución: Esto sucede por que existen </a:t>
            </a:r>
            <a:r>
              <a:rPr lang="es-MX" dirty="0" err="1"/>
              <a:t>queues</a:t>
            </a:r>
            <a:r>
              <a:rPr lang="es-MX" dirty="0"/>
              <a:t> activas al momento del cierre de TU, se debe reportar con el área funcional ya que no tenemos permitido correr </a:t>
            </a:r>
            <a:r>
              <a:rPr lang="es-MX" dirty="0" err="1"/>
              <a:t>queues</a:t>
            </a:r>
            <a:r>
              <a:rPr lang="es-MX" dirty="0"/>
              <a:t> con cola RETRY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B78BDBC-C18A-2382-B73D-63BE78263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742" y="2044629"/>
            <a:ext cx="4178515" cy="2768742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D7CFE09-D786-3402-1528-079F3C4E8715}"/>
              </a:ext>
            </a:extLst>
          </p:cNvPr>
          <p:cNvSpPr/>
          <p:nvPr/>
        </p:nvSpPr>
        <p:spPr>
          <a:xfrm>
            <a:off x="2482742" y="3771900"/>
            <a:ext cx="3505308" cy="273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3917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628E4-1267-A25B-8991-8737DC08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0308A13A-EFEC-1244-7382-3C84EE5080EB}"/>
              </a:ext>
            </a:extLst>
          </p:cNvPr>
          <p:cNvSpPr/>
          <p:nvPr/>
        </p:nvSpPr>
        <p:spPr>
          <a:xfrm>
            <a:off x="2802636" y="0"/>
            <a:ext cx="6428232" cy="1444752"/>
          </a:xfrm>
          <a:prstGeom prst="rect">
            <a:avLst/>
          </a:prstGeom>
          <a:solidFill>
            <a:schemeClr val="accent4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CB2A4CB-B375-0558-F2D5-6948B6B73958}"/>
              </a:ext>
            </a:extLst>
          </p:cNvPr>
          <p:cNvSpPr/>
          <p:nvPr/>
        </p:nvSpPr>
        <p:spPr>
          <a:xfrm>
            <a:off x="-109728" y="0"/>
            <a:ext cx="6428232" cy="1444752"/>
          </a:xfrm>
          <a:prstGeom prst="rect">
            <a:avLst/>
          </a:prstGeom>
          <a:solidFill>
            <a:schemeClr val="accent1">
              <a:lumMod val="5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A6447CD3-D54B-86E1-73AA-553F52FDD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253" y="394472"/>
            <a:ext cx="2194563" cy="58287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E80FAE8F-545A-053F-10EC-C979623DC1AF}"/>
              </a:ext>
            </a:extLst>
          </p:cNvPr>
          <p:cNvSpPr txBox="1"/>
          <p:nvPr/>
        </p:nvSpPr>
        <p:spPr>
          <a:xfrm>
            <a:off x="171322" y="306877"/>
            <a:ext cx="4290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Errores en TU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EDA72D1-33BA-AB17-2518-5A8BFDB666BB}"/>
              </a:ext>
            </a:extLst>
          </p:cNvPr>
          <p:cNvSpPr txBox="1"/>
          <p:nvPr/>
        </p:nvSpPr>
        <p:spPr>
          <a:xfrm>
            <a:off x="284620" y="1626229"/>
            <a:ext cx="696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Error: Entrega (-----): Error en tipo de stock dependiente de ubicación.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197922F-6677-8A39-53BB-582B916C025A}"/>
              </a:ext>
            </a:extLst>
          </p:cNvPr>
          <p:cNvSpPr txBox="1"/>
          <p:nvPr/>
        </p:nvSpPr>
        <p:spPr>
          <a:xfrm>
            <a:off x="259461" y="5029047"/>
            <a:ext cx="86250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Solución: Esto se debe a que se realizo el traspaso del ítem perteneciente al documento descrito a una ubicación no apta para salida de mercancías, como lo son las ubicaciones de traspaso virtuales, en este caso se hizo a la ubicación de CORRECCION recibo, en estos casos se debe de realizar el traspaso nuevamente a la ubicación de GI ZONE y levantar el reporte con el área que ocasiono la incidencia.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C96B66B-306E-CA8D-C6BE-02F0206AB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516" y="2095955"/>
            <a:ext cx="5237511" cy="283269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7574484-AFFD-BCA5-0DCC-9EC63E4CAF46}"/>
              </a:ext>
            </a:extLst>
          </p:cNvPr>
          <p:cNvSpPr/>
          <p:nvPr/>
        </p:nvSpPr>
        <p:spPr>
          <a:xfrm>
            <a:off x="1911350" y="3835400"/>
            <a:ext cx="4305300" cy="177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19480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671</TotalTime>
  <Words>654</Words>
  <Application>Microsoft Office PowerPoint</Application>
  <PresentationFormat>Carta (216 x 279 mm)</PresentationFormat>
  <Paragraphs>33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Arial Rounded MT 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Eduardo Marquet Espinosa</dc:creator>
  <cp:lastModifiedBy>Diego Eduardo Marquet Espinosa</cp:lastModifiedBy>
  <cp:revision>6</cp:revision>
  <dcterms:created xsi:type="dcterms:W3CDTF">2026-05-08T17:44:50Z</dcterms:created>
  <dcterms:modified xsi:type="dcterms:W3CDTF">2026-05-12T19:26:25Z</dcterms:modified>
</cp:coreProperties>
</file>